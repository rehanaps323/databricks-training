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4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4B74-43A3-D2B4-4954-47847914F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61460-595A-C5C9-B2B7-AB1BC356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1FDF-4BC6-45F0-629C-A234DC7B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3C5D3-5E94-99F8-8678-87BFBD25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B6A97-355E-AD0E-132E-A60B686F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98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D1B5-03BA-FC6E-746B-D78AD14B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24F0-1C87-E84A-A03F-C29D5BE3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B38B7-0291-DCF6-33ED-6D814CB3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8B36A-467B-BBE4-1BA2-CA1411AE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3BC86-7887-015C-FF63-5FAA26C3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8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078D-AFC7-AE94-E976-460A853D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5FF6A-8210-F0B1-8EB1-C152F47E1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8C5EF-B451-7791-1BE0-75C076BB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7AC2D-E79F-8F2F-CD4F-6EE89FCA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1ADA6-35B2-DE46-F083-3D15E22D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83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4A1D-AC81-8930-2F97-3E8DF8E4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C8A0-F1B6-A081-54F1-D11FE2EEC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0F725-5122-AD07-49DB-21B523847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9196A-87A6-4375-D21E-ECA96D9D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8B773-6A82-AB07-5BFB-D1EA9165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038B9-946A-137C-4D28-170F7BA2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5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4E49-5B53-BC4F-857F-8EF5D892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51A79-31DE-AAFD-0EB2-64193C68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5DE4-0C3D-D6B8-C3D1-B0D960CD2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9A828-868D-8337-7778-7C3CEF531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66FEA-9DE4-831F-37A9-603063434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7B74B-803D-B5B2-BDEE-A2AB881D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402EA-E532-3EB9-6358-32C3A8DA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0A894-0F68-9256-08CE-53B2D670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99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9B05-0769-08BE-42A1-DAB7E4BF6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DEAA79-598E-6900-628D-BC363ECE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79BA3-8D2E-356D-2441-1764F9E9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4D41C-CF18-EEC4-A304-721F3E1C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0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C5C64-53E5-B651-6676-ACA60456F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D1DD9-EC3E-BDFB-6576-C11D3E61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5F1C8-3FF7-5285-D32D-E3360E86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2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F9D8-F133-1D29-1CAE-E6CBFEB2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AE6B6-1F56-42ED-C12A-59C83B6FB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C55DF-6CF1-9835-3619-83157E75F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F6053-8D9C-8829-9BA3-B8BA7A73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5B2C3-79D8-4587-60D4-44406B73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74D8A-B605-6932-3304-D7509559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6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611-A995-4A93-66E9-8162B080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251234-91C2-D7D5-A567-D1B0D0B1B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6BE24-4DC7-27A4-110F-B897F3E13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4341A-ED66-323F-6BE4-616BF5A2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CA339-C38D-0F22-B994-BEC637A3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8B8D5-561E-3DE6-BBBF-CF0A3C5C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34A6-9081-7FB0-A7A5-822252C5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A1E79-DDA6-43CF-A7FE-B448E5CA8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741E-34DD-FEC7-CC9C-A65502D45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9A753-078E-94E9-346A-F0808695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3D6B3-E798-D363-F6E7-75A909D7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2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D539E-81D0-E721-C529-FAA2AA44C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2F619-1553-4740-6EB8-752FDED2D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F6A8-0132-0485-0C99-D8A556B0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B0B70-6A3D-2393-6BF9-419CA8D9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ADBB-55C3-9C47-DC84-B29E0312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5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A19BE-1407-E713-5908-C2735657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4C6A5-A0BD-CBE5-0253-2CC75FC3D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B7F5E-6F07-703B-2313-87E183E6F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A0408-EC07-493D-9CD5-557B5BE297FA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1F983-6FF4-6338-2036-F39D97A24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F3320-76FC-2928-7320-DEF5B9B04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7EE78-40B9-4208-9B98-4E5D7412D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4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5CC8-3960-E461-EA20-5A69AB1D2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Prep for ML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843BA-AFD6-741E-8359-05FC05F3B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Bricks</a:t>
            </a:r>
          </a:p>
        </p:txBody>
      </p:sp>
    </p:spTree>
    <p:extLst>
      <p:ext uri="{BB962C8B-B14F-4D97-AF65-F5344CB8AC3E}">
        <p14:creationId xmlns:p14="http://schemas.microsoft.com/office/powerpoint/2010/main" val="98639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33CC8-33E0-D8F1-7C4F-52157A39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10CE24-BF6D-3151-6795-D891F5C0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8"/>
            <a:ext cx="12192000" cy="685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B698-F066-04AD-80F0-1643BC4D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EF0C7-07DE-E3DC-594B-ADA62280E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20"/>
            <a:ext cx="12192000" cy="67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5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95F6-E866-5298-05FC-9FBDE8E1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809E9A-5218-80AF-75F9-81E78BC72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2" y="0"/>
            <a:ext cx="12032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6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1AD8-F87E-934F-C475-FBD04DF37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4D5C6-3C5A-A8DB-F131-68F77FE5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8" y="0"/>
            <a:ext cx="12110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1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18DB-4910-151F-6D82-C6D0B1F2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2B7D0-8A1D-BA83-CBF6-10B095C6B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78"/>
            <a:ext cx="12192000" cy="679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5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50A9-7D5E-D824-AC8A-F9DB585E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74846-15E2-13C3-51A8-3F15D7A6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ADD3-52DC-9F8F-14DC-ABAA60E9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5CE32-47C1-B6FF-BDC4-9E5F78FCD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7"/>
            <a:ext cx="12192000" cy="684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5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6C80-2968-6788-5B95-998C0D3E1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79E4F-4A87-82AF-5794-FFE01837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38"/>
            <a:ext cx="12192000" cy="679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3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46D7-B2B5-28F4-71A5-31F054FA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EF4A5-5B80-3A1C-02E2-D1E054F55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2" y="0"/>
            <a:ext cx="12149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89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37766-3088-8989-B750-8BF0BE1E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4F45E-38F4-4287-27DC-FE97FBFA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3" y="0"/>
            <a:ext cx="12132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0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FAA9-C880-9D6F-8B1B-E2C3BAA4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958352-D39B-2175-8793-7BD633CC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" y="0"/>
            <a:ext cx="12149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20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AE287-BA94-A942-9C15-06AB4100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EA8317-D8DC-3E2A-7234-D8B3B2BE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"/>
            <a:ext cx="12192000" cy="681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23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B6C73-17B4-F282-4230-DED95D9C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55AD8-C913-0CD4-3D07-A2F62253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25"/>
            <a:ext cx="12192000" cy="67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3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843E6-98B8-5E4A-C8BC-5018FDEE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007F5-AAC5-6AB3-EC08-5E6D68D29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0"/>
            <a:ext cx="12192000" cy="68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32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23C42-02C2-89B2-6B69-2A508ED0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E5C12-5C2B-5D5D-50CE-6E8B33C5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45"/>
            <a:ext cx="12192000" cy="681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57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30D0-51BC-DA06-E48D-83A739C5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19904-FC00-225A-B07F-2C50E7F0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65"/>
            <a:ext cx="12192000" cy="681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37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6D7D-8736-E5A5-A243-6EF02E6E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23BB86-EA63-4971-4BDD-DD2E5653E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98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6372-B750-D805-7297-F9EB62897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EDEE4-D244-63FC-3CD3-91FB9DB47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3" y="0"/>
            <a:ext cx="12105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33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F1108-AB02-CE87-8A4D-A69C3FF52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36FDC-1794-2BCC-DFFE-B77BFE52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2"/>
            <a:ext cx="12192000" cy="683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94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18B6-9A13-0B11-FB02-5D09D2D3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771917-063E-61C2-FA8D-0C2C18FA4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" y="0"/>
            <a:ext cx="11858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56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DA4A-37B1-882E-02E0-508E71F1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BADC02-CC57-4F45-3EFD-528BE473F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93"/>
            <a:ext cx="12192000" cy="676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04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FAE7-67E8-94FC-BAF5-76895747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29C72-06F2-067F-4908-A3238F66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" y="0"/>
            <a:ext cx="120335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28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6421C-D0C7-17E5-2F68-7E20F4F4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5F99A2-3C66-AFA4-17DD-D6C7C522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31"/>
            <a:ext cx="12192000" cy="682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87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2345A-0AAB-5209-72A9-97CA01157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25D03-85ED-DC2C-F50A-493005AEF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" y="0"/>
            <a:ext cx="12069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60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451F-88FD-FBA9-A505-3E75C070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EE09F-9D43-5EAA-5C3F-30B962C33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75"/>
            <a:ext cx="12192000" cy="679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08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9E62-8D8E-9E99-7DF6-5F800EA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188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02D8-1EB7-FD37-6148-92A58EF4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007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F7BEC-1234-FA2F-62AF-7AC27AC0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94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77CBC-8A12-FC76-D256-A6052A81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581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Widescreen</PresentationFormat>
  <Paragraphs>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Data Prep for ML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CloudBicep Admin</dc:creator>
  <cp:lastModifiedBy>CloudBicep Admin</cp:lastModifiedBy>
  <cp:revision>1</cp:revision>
  <dcterms:created xsi:type="dcterms:W3CDTF">2025-04-13T18:57:56Z</dcterms:created>
  <dcterms:modified xsi:type="dcterms:W3CDTF">2025-04-13T19:05:42Z</dcterms:modified>
</cp:coreProperties>
</file>