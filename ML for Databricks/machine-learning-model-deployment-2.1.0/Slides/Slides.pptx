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96E8D-EBD0-94C2-CAB9-47B9FD26EF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C920B1-FDB5-3996-433B-210998086D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E6BB0-4F57-3816-167E-2E638529C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73B47-21B2-4EE2-9BCC-A79AD7323393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DC678E-98AE-3471-ED00-4927BB246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B5A2F-CD43-FB7C-C00F-5FFCBF024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E501E-3DC7-472F-B05F-BDC1A52DC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009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CDCEB-0E81-E0B7-FDE3-3ADD1F592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9F35E-791C-2B1E-4384-DA9A243C3D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ED46B-EB29-4FE9-BC03-3BCFCB380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73B47-21B2-4EE2-9BCC-A79AD7323393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2716E-D299-DBF6-B50D-5C64363C6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53AEB8-D690-528E-6C50-AD3A29846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E501E-3DC7-472F-B05F-BDC1A52DC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918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5CB1A-0249-419B-A96E-E9FC9B772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49D06-EF01-32F4-1528-EC23029E5F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9EEB0-DB69-8BE0-48C6-62E451544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73B47-21B2-4EE2-9BCC-A79AD7323393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8C8F37-3FDD-AB25-E31A-562F18C26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A4227-A0B6-4398-0EC7-C87A5129D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E501E-3DC7-472F-B05F-BDC1A52DC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374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BD4C4-5B7B-8E06-968C-037B1EF98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607F4-4BEE-D4EA-A1E7-6A481A0AA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9CAE03-23D0-6F0F-4E32-96DCBCA2EF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0D4A96-2790-CC7D-504F-D1B512D98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73B47-21B2-4EE2-9BCC-A79AD7323393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1F2E75-E85D-5FEC-A9CF-CF73A63A2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0FFCAE-0E24-D471-585E-1A7E0672C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E501E-3DC7-472F-B05F-BDC1A52DC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413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2D00C-8E09-108F-B324-EA8E55A6A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D98CEC-F71A-ED85-D8C4-BD2EACB15B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064C53-B2E7-2689-1270-1AE5FCD128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7924D7-9843-9C5E-FC16-54FF223B35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345BA3-0337-5D3C-3401-4D87738C62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CD1185-B0F8-277D-899B-E06370E48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73B47-21B2-4EE2-9BCC-A79AD7323393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7C52C2-6F20-56A3-C8D4-6792E4FB2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D7455C-3D55-B025-3767-EE4B96575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E501E-3DC7-472F-B05F-BDC1A52DC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658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F4157-14D2-B8CC-C940-341FC7893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46B073-56BD-D66F-E6DE-1081C006E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73B47-21B2-4EE2-9BCC-A79AD7323393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087334-452E-9713-CD05-223DCCBD3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B2390F-1962-C123-BAA7-CC6680EA7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E501E-3DC7-472F-B05F-BDC1A52DC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142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95A201-074B-A849-D561-13E8A222C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73B47-21B2-4EE2-9BCC-A79AD7323393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C2190E-EB4D-03A7-AA8A-DD2BBBBF0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38A92B-BD28-B62C-3DB9-D001A6842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E501E-3DC7-472F-B05F-BDC1A52DC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09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00FB6-D559-9DBA-A169-59708C556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1697B-07BA-8F5D-A225-7A5A2DB54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A7742-EA03-2A60-65B8-6AE42F614A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D10871-A669-4111-CEAC-0FEE51A3A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73B47-21B2-4EE2-9BCC-A79AD7323393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F2B4AC-E217-99BA-C1EE-86054D038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BF7CA-7E47-A624-5784-A8D8900E9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E501E-3DC7-472F-B05F-BDC1A52DC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159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DCD72-065C-D803-1806-3D629B63F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2470F5-98B6-F4A6-946B-367D07E701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85E94A-0A42-2956-FA7F-0BDB84A15E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737ABB-A3D0-BE59-819E-11AADFDD7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73B47-21B2-4EE2-9BCC-A79AD7323393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99DBAD-100B-39AE-344C-657AF435F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1610C6-67A7-049F-A52F-CB38F9EBD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E501E-3DC7-472F-B05F-BDC1A52DC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872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28841-8B04-893C-C8DE-FFB4AB10E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BBAE99-3403-C147-6076-54888FD844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E9C486-8593-DA3E-64B6-2D8E05421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73B47-21B2-4EE2-9BCC-A79AD7323393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02B43-5A71-D142-9977-989B67771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91894-4B8C-4F5A-2259-9DAD4C141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E501E-3DC7-472F-B05F-BDC1A52DC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476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28A0D-9405-14CD-7EE1-764A0BBCDC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8A78EA-97F9-52B8-6108-7291EE3021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4EA4C-7EA5-2052-2599-A5AE97122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73B47-21B2-4EE2-9BCC-A79AD7323393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2A43CA-25AE-F5B0-E1D8-3588CF184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98062-EDF2-FB9B-9D06-DB5AF29D1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E501E-3DC7-472F-B05F-BDC1A52DC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018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80C826-48CE-1E9F-3C5E-75B1F214F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5BDA43-AAAF-2A44-B605-969C941FCA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18EE2-3AB5-44AF-F4EB-4C9770AAE4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A73B47-21B2-4EE2-9BCC-A79AD7323393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615EC-5159-AC9D-9B79-ABB57C5433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6A6F1C-6678-06F3-2606-424139EEE7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BE501E-3DC7-472F-B05F-BDC1A52DC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321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20F37-E8FD-EE69-CD05-7C002E21C5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ML Model Deployment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1DEBA7-FBB4-C3A4-42AA-63205F72DA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473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F7CC4-C5D8-74A6-8742-FD85139E0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DCA94A4-2FC0-DF4A-C9CD-8F8D9F812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5392"/>
            <a:ext cx="12192000" cy="578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768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39F64-D8A1-ED4A-9D74-CBD5D6A68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5462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EA28A-3EC0-499D-DDB0-F44A08783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2970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F5730-69A7-9C12-64B7-D2CE8304D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2084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A305C-332B-5B21-76C7-964780B87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0879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F9006-07C4-AE2F-2C2C-95ED75C92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9773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D5682-329C-C227-DC37-F22F8E864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7158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62996-1835-5986-38FB-ADD2F4254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5050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1BB34-DD67-1201-8BA5-25A8C5A6B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9977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DA391-AD1A-E4E8-48A8-F5C82556E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07770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C8E1A-1F0C-4D52-1AB6-CC20373B8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68955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BC20A-F00E-501D-68BA-658EB6CC0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87410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1A740-9F41-0217-728F-83EA8A784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88694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E4CBC-85A8-3DB3-5384-55575F14D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11033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EDA57-3A2B-7935-1396-2A6E556FF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27718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C9B7E-1AE7-6A10-DEDD-5F29F40BD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71060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42D0A-BD2A-F7F1-3CB9-2BC7BE5BB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31469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C1076-8FBC-9B53-8577-243DD674B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85553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3FC03-1865-CBE6-0679-D3B0BA3BC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86270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B83D1-7603-CA0B-EB9C-1123E3D48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41738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FEC5A-146C-6656-87E2-90244A096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02130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B2A2B-C7F3-AC29-B4CD-A63E46665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96913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394A8-B39C-1E2C-5978-5F8875522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42774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DBEF0-DB50-309E-43DB-C124D1D75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61303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81C50-3CBE-81E7-A821-6CA7C9288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70999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2E561-09DA-F78F-BB64-53140B3B7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27661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4822C-6008-8C53-07D5-2A6782DA2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77073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550B8-D2DD-6E71-4568-748DB4233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1977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B7B20-4E20-E4BC-0F6B-7C82D4ADD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76358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94B11-D14A-2FC0-4B6C-169C4B203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21187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B4B0B-BAA4-FC7B-F14C-8E1F76F35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89122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5E181-F6EC-7CA2-D94B-0BD0A067F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91111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55F97-8CDA-CE14-AE23-95279ECF6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48569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849A2-D0AA-ADF3-EEB6-52BCC7F85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20920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8AFB1-0438-A036-F6A1-479F6485A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20859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89806-9AF2-0A47-0CE3-D452E49B5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75287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2CC03-C4A4-237C-A1D3-9D9E68514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86049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85BD0-9296-EF06-963A-4E6AB6D17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19276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A4DC3-CC42-1AFE-71EB-19E2129F6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61373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BE46E-8FFC-87C4-FB7B-97C139159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16628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E9B92-C8A6-2110-9D49-BE4BD77B5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9903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EB161-F534-2168-EAB6-954916544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79369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5E684-D807-9B38-D84C-921D832D3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45811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F01FC-A042-484A-B364-91D8FDF81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85846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A1535-0EC4-6536-3A09-C50A1DABD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07793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2EFA7-7439-3D8F-63F4-E78D320A2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61464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DB8D8-5395-3B09-BD20-12C029709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82620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C3237-C44A-B14E-047D-B82E80D92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091484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34F79-7788-5C18-8B07-6F3AF51CD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98998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9D402-A10B-CAA0-5E62-B46F9C67F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88466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F69F7-9938-ED1C-8730-E651D976C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066493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59D51-679E-1444-4F6D-33852C90F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625666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9BA9F-7F51-3BCA-FD6D-B14901CC4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09266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FAF60-48D9-7ED8-E32E-A6DF7AA3D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652071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C50B5-DA02-7901-46E2-0762EE4EE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210139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2CC36-4EDC-73F2-7FAB-1AF9217ED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488031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A966F-743F-AE15-23F7-F5872BF9F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24855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C660C-C3F1-D418-16A0-8B49C35EF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248124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5314-BAC5-5D20-C320-C841700B7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060349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FC2DD-54AA-C701-2CB5-A3056857D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777672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7B8B6-5134-C5D3-4CFF-54A17260A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17758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B118E-7D19-CDB9-A242-5B62993B1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9464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</Words>
  <Application>Microsoft Office PowerPoint</Application>
  <PresentationFormat>Widescreen</PresentationFormat>
  <Paragraphs>1</Paragraphs>
  <Slides>63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7" baseType="lpstr">
      <vt:lpstr>Aptos</vt:lpstr>
      <vt:lpstr>Aptos Display</vt:lpstr>
      <vt:lpstr>Arial</vt:lpstr>
      <vt:lpstr>Office Theme</vt:lpstr>
      <vt:lpstr>ML Model Deployment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CloudBicep Admin</dc:creator>
  <cp:lastModifiedBy>CloudBicep Admin</cp:lastModifiedBy>
  <cp:revision>1</cp:revision>
  <dcterms:created xsi:type="dcterms:W3CDTF">2025-04-13T19:43:51Z</dcterms:created>
  <dcterms:modified xsi:type="dcterms:W3CDTF">2025-04-13T19:57:17Z</dcterms:modified>
</cp:coreProperties>
</file>